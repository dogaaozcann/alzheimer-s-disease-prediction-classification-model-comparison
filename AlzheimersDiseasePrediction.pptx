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15625-36DA-423D-81B7-E1C8AC5013F3}" v="19" dt="2026-07-21T06:46:19.548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ema Uygulanmış Stil 1 - Vurgu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ga ozcan" userId="428410e9795c67c3" providerId="LiveId" clId="{FDB5C657-7AD3-42D5-A114-514814FC3126}"/>
    <pc:docChg chg="undo custSel addSld modSld sldOrd">
      <pc:chgData name="doga ozcan" userId="428410e9795c67c3" providerId="LiveId" clId="{FDB5C657-7AD3-42D5-A114-514814FC3126}" dt="2026-07-21T07:52:46.251" v="344" actId="20577"/>
      <pc:docMkLst>
        <pc:docMk/>
      </pc:docMkLst>
      <pc:sldChg chg="addSp delSp modSp new mod">
        <pc:chgData name="doga ozcan" userId="428410e9795c67c3" providerId="LiveId" clId="{FDB5C657-7AD3-42D5-A114-514814FC3126}" dt="2026-07-21T06:19:11.157" v="29" actId="1076"/>
        <pc:sldMkLst>
          <pc:docMk/>
          <pc:sldMk cId="602713572" sldId="256"/>
        </pc:sldMkLst>
        <pc:spChg chg="add del mod">
          <ac:chgData name="doga ozcan" userId="428410e9795c67c3" providerId="LiveId" clId="{FDB5C657-7AD3-42D5-A114-514814FC3126}" dt="2026-07-21T06:19:11.157" v="29" actId="1076"/>
          <ac:spMkLst>
            <pc:docMk/>
            <pc:sldMk cId="602713572" sldId="256"/>
            <ac:spMk id="2" creationId="{AA98CB2F-D96A-775A-B45F-646C2E206D47}"/>
          </ac:spMkLst>
        </pc:spChg>
        <pc:spChg chg="del mod">
          <ac:chgData name="doga ozcan" userId="428410e9795c67c3" providerId="LiveId" clId="{FDB5C657-7AD3-42D5-A114-514814FC3126}" dt="2026-07-21T06:18:57.787" v="27" actId="478"/>
          <ac:spMkLst>
            <pc:docMk/>
            <pc:sldMk cId="602713572" sldId="256"/>
            <ac:spMk id="3" creationId="{1CB82246-5D98-EDCB-CB73-15E9DA3592BC}"/>
          </ac:spMkLst>
        </pc:spChg>
        <pc:spChg chg="add del mod">
          <ac:chgData name="doga ozcan" userId="428410e9795c67c3" providerId="LiveId" clId="{FDB5C657-7AD3-42D5-A114-514814FC3126}" dt="2026-07-21T06:18:55.340" v="26" actId="478"/>
          <ac:spMkLst>
            <pc:docMk/>
            <pc:sldMk cId="602713572" sldId="256"/>
            <ac:spMk id="5" creationId="{53A0719B-7062-E55C-19B9-46D9892A0483}"/>
          </ac:spMkLst>
        </pc:spChg>
      </pc:sldChg>
      <pc:sldChg chg="addSp delSp modSp new mod">
        <pc:chgData name="doga ozcan" userId="428410e9795c67c3" providerId="LiveId" clId="{FDB5C657-7AD3-42D5-A114-514814FC3126}" dt="2026-07-21T06:24:50.365" v="52" actId="1076"/>
        <pc:sldMkLst>
          <pc:docMk/>
          <pc:sldMk cId="2753323892" sldId="257"/>
        </pc:sldMkLst>
        <pc:spChg chg="mod">
          <ac:chgData name="doga ozcan" userId="428410e9795c67c3" providerId="LiveId" clId="{FDB5C657-7AD3-42D5-A114-514814FC3126}" dt="2026-07-21T06:20:57.260" v="45" actId="20577"/>
          <ac:spMkLst>
            <pc:docMk/>
            <pc:sldMk cId="2753323892" sldId="257"/>
            <ac:spMk id="2" creationId="{EAFC4FF7-FD4B-AAF5-E7D6-1A0DCF29282E}"/>
          </ac:spMkLst>
        </pc:spChg>
        <pc:spChg chg="del">
          <ac:chgData name="doga ozcan" userId="428410e9795c67c3" providerId="LiveId" clId="{FDB5C657-7AD3-42D5-A114-514814FC3126}" dt="2026-07-21T06:24:32.938" v="47"/>
          <ac:spMkLst>
            <pc:docMk/>
            <pc:sldMk cId="2753323892" sldId="257"/>
            <ac:spMk id="3" creationId="{3380A7E5-DFD1-4B7F-45D8-3958AD344181}"/>
          </ac:spMkLst>
        </pc:spChg>
        <pc:picChg chg="add mod ord">
          <ac:chgData name="doga ozcan" userId="428410e9795c67c3" providerId="LiveId" clId="{FDB5C657-7AD3-42D5-A114-514814FC3126}" dt="2026-07-21T06:24:50.365" v="52" actId="1076"/>
          <ac:picMkLst>
            <pc:docMk/>
            <pc:sldMk cId="2753323892" sldId="257"/>
            <ac:picMk id="5" creationId="{2682E21A-BE15-7639-74E9-271774459BF4}"/>
          </ac:picMkLst>
        </pc:picChg>
      </pc:sldChg>
      <pc:sldChg chg="addSp delSp modSp new mod">
        <pc:chgData name="doga ozcan" userId="428410e9795c67c3" providerId="LiveId" clId="{FDB5C657-7AD3-42D5-A114-514814FC3126}" dt="2026-07-21T06:25:02.965" v="56" actId="1076"/>
        <pc:sldMkLst>
          <pc:docMk/>
          <pc:sldMk cId="3230979898" sldId="258"/>
        </pc:sldMkLst>
        <pc:spChg chg="del">
          <ac:chgData name="doga ozcan" userId="428410e9795c67c3" providerId="LiveId" clId="{FDB5C657-7AD3-42D5-A114-514814FC3126}" dt="2026-07-21T06:24:56.426" v="54"/>
          <ac:spMkLst>
            <pc:docMk/>
            <pc:sldMk cId="3230979898" sldId="258"/>
            <ac:spMk id="3" creationId="{90CF8FF5-556B-30B6-8884-4ADDECA73064}"/>
          </ac:spMkLst>
        </pc:spChg>
        <pc:picChg chg="add mod ord">
          <ac:chgData name="doga ozcan" userId="428410e9795c67c3" providerId="LiveId" clId="{FDB5C657-7AD3-42D5-A114-514814FC3126}" dt="2026-07-21T06:25:02.965" v="56" actId="1076"/>
          <ac:picMkLst>
            <pc:docMk/>
            <pc:sldMk cId="3230979898" sldId="258"/>
            <ac:picMk id="5" creationId="{9019DEBA-D79B-FBEF-423A-93B324D5342C}"/>
          </ac:picMkLst>
        </pc:picChg>
      </pc:sldChg>
      <pc:sldChg chg="addSp delSp modSp new mod">
        <pc:chgData name="doga ozcan" userId="428410e9795c67c3" providerId="LiveId" clId="{FDB5C657-7AD3-42D5-A114-514814FC3126}" dt="2026-07-21T06:25:17.658" v="61" actId="1076"/>
        <pc:sldMkLst>
          <pc:docMk/>
          <pc:sldMk cId="2178036195" sldId="259"/>
        </pc:sldMkLst>
        <pc:spChg chg="del">
          <ac:chgData name="doga ozcan" userId="428410e9795c67c3" providerId="LiveId" clId="{FDB5C657-7AD3-42D5-A114-514814FC3126}" dt="2026-07-21T06:25:11.646" v="59"/>
          <ac:spMkLst>
            <pc:docMk/>
            <pc:sldMk cId="2178036195" sldId="259"/>
            <ac:spMk id="3" creationId="{1CA0808A-EF5D-6490-6F5C-8E93BC611A96}"/>
          </ac:spMkLst>
        </pc:spChg>
        <pc:picChg chg="add mod ord">
          <ac:chgData name="doga ozcan" userId="428410e9795c67c3" providerId="LiveId" clId="{FDB5C657-7AD3-42D5-A114-514814FC3126}" dt="2026-07-21T06:25:17.658" v="61" actId="1076"/>
          <ac:picMkLst>
            <pc:docMk/>
            <pc:sldMk cId="2178036195" sldId="259"/>
            <ac:picMk id="5" creationId="{7CB5ECD0-1B1A-B680-F4A8-82F82FD059D6}"/>
          </ac:picMkLst>
        </pc:picChg>
      </pc:sldChg>
      <pc:sldChg chg="addSp delSp modSp new mod">
        <pc:chgData name="doga ozcan" userId="428410e9795c67c3" providerId="LiveId" clId="{FDB5C657-7AD3-42D5-A114-514814FC3126}" dt="2026-07-21T06:30:57.475" v="86" actId="1076"/>
        <pc:sldMkLst>
          <pc:docMk/>
          <pc:sldMk cId="3280060035" sldId="260"/>
        </pc:sldMkLst>
        <pc:spChg chg="del">
          <ac:chgData name="doga ozcan" userId="428410e9795c67c3" providerId="LiveId" clId="{FDB5C657-7AD3-42D5-A114-514814FC3126}" dt="2026-07-21T06:29:52.356" v="76"/>
          <ac:spMkLst>
            <pc:docMk/>
            <pc:sldMk cId="3280060035" sldId="260"/>
            <ac:spMk id="3" creationId="{19F912B0-E8F3-E7C0-F260-9CE5A783A5FD}"/>
          </ac:spMkLst>
        </pc:spChg>
        <pc:picChg chg="add mod ord">
          <ac:chgData name="doga ozcan" userId="428410e9795c67c3" providerId="LiveId" clId="{FDB5C657-7AD3-42D5-A114-514814FC3126}" dt="2026-07-21T06:30:02.945" v="80" actId="1076"/>
          <ac:picMkLst>
            <pc:docMk/>
            <pc:sldMk cId="3280060035" sldId="260"/>
            <ac:picMk id="5" creationId="{708FD192-5F78-F06B-7466-D9899980FF53}"/>
          </ac:picMkLst>
        </pc:picChg>
        <pc:picChg chg="add mod">
          <ac:chgData name="doga ozcan" userId="428410e9795c67c3" providerId="LiveId" clId="{FDB5C657-7AD3-42D5-A114-514814FC3126}" dt="2026-07-21T06:30:57.475" v="86" actId="1076"/>
          <ac:picMkLst>
            <pc:docMk/>
            <pc:sldMk cId="3280060035" sldId="260"/>
            <ac:picMk id="7" creationId="{8A11CB40-9A1E-22F2-DA87-EC2CB7C329F6}"/>
          </ac:picMkLst>
        </pc:picChg>
      </pc:sldChg>
      <pc:sldChg chg="addSp delSp modSp new mod">
        <pc:chgData name="doga ozcan" userId="428410e9795c67c3" providerId="LiveId" clId="{FDB5C657-7AD3-42D5-A114-514814FC3126}" dt="2026-07-21T06:27:35.773" v="73" actId="1076"/>
        <pc:sldMkLst>
          <pc:docMk/>
          <pc:sldMk cId="3821597464" sldId="261"/>
        </pc:sldMkLst>
        <pc:spChg chg="del">
          <ac:chgData name="doga ozcan" userId="428410e9795c67c3" providerId="LiveId" clId="{FDB5C657-7AD3-42D5-A114-514814FC3126}" dt="2026-07-21T06:27:19.236" v="65"/>
          <ac:spMkLst>
            <pc:docMk/>
            <pc:sldMk cId="3821597464" sldId="261"/>
            <ac:spMk id="3" creationId="{1C115DCF-FDEF-7C5A-5A14-451AC69C4C2C}"/>
          </ac:spMkLst>
        </pc:spChg>
        <pc:picChg chg="add mod ord">
          <ac:chgData name="doga ozcan" userId="428410e9795c67c3" providerId="LiveId" clId="{FDB5C657-7AD3-42D5-A114-514814FC3126}" dt="2026-07-21T06:27:28.394" v="70" actId="1076"/>
          <ac:picMkLst>
            <pc:docMk/>
            <pc:sldMk cId="3821597464" sldId="261"/>
            <ac:picMk id="5" creationId="{E0908C4D-3365-86A0-1730-071B3B557A4F}"/>
          </ac:picMkLst>
        </pc:picChg>
        <pc:picChg chg="add mod">
          <ac:chgData name="doga ozcan" userId="428410e9795c67c3" providerId="LiveId" clId="{FDB5C657-7AD3-42D5-A114-514814FC3126}" dt="2026-07-21T06:27:35.773" v="73" actId="1076"/>
          <ac:picMkLst>
            <pc:docMk/>
            <pc:sldMk cId="3821597464" sldId="261"/>
            <ac:picMk id="7" creationId="{9531BA95-2249-4E1E-D599-66267E16E0CD}"/>
          </ac:picMkLst>
        </pc:picChg>
      </pc:sldChg>
      <pc:sldChg chg="addSp delSp modSp new mod">
        <pc:chgData name="doga ozcan" userId="428410e9795c67c3" providerId="LiveId" clId="{FDB5C657-7AD3-42D5-A114-514814FC3126}" dt="2026-07-21T07:52:46.251" v="344" actId="20577"/>
        <pc:sldMkLst>
          <pc:docMk/>
          <pc:sldMk cId="1434831056" sldId="262"/>
        </pc:sldMkLst>
        <pc:spChg chg="del">
          <ac:chgData name="doga ozcan" userId="428410e9795c67c3" providerId="LiveId" clId="{FDB5C657-7AD3-42D5-A114-514814FC3126}" dt="2026-07-21T06:32:05.042" v="89"/>
          <ac:spMkLst>
            <pc:docMk/>
            <pc:sldMk cId="1434831056" sldId="262"/>
            <ac:spMk id="3" creationId="{6C5329FF-FEC0-E558-E7C4-90BC98080F17}"/>
          </ac:spMkLst>
        </pc:spChg>
        <pc:spChg chg="add mod">
          <ac:chgData name="doga ozcan" userId="428410e9795c67c3" providerId="LiveId" clId="{FDB5C657-7AD3-42D5-A114-514814FC3126}" dt="2026-07-21T07:52:46.251" v="344" actId="20577"/>
          <ac:spMkLst>
            <pc:docMk/>
            <pc:sldMk cId="1434831056" sldId="262"/>
            <ac:spMk id="10" creationId="{4CE8339A-EB8A-CFC6-7F3C-7602FFE44971}"/>
          </ac:spMkLst>
        </pc:spChg>
        <pc:spChg chg="add del mod">
          <ac:chgData name="doga ozcan" userId="428410e9795c67c3" providerId="LiveId" clId="{FDB5C657-7AD3-42D5-A114-514814FC3126}" dt="2026-07-21T06:42:02.141" v="176"/>
          <ac:spMkLst>
            <pc:docMk/>
            <pc:sldMk cId="1434831056" sldId="262"/>
            <ac:spMk id="11" creationId="{C0193213-B64D-AB3A-7DA8-620EF5C504C9}"/>
          </ac:spMkLst>
        </pc:spChg>
        <pc:graphicFrameChg chg="add mod modGraphic">
          <ac:chgData name="doga ozcan" userId="428410e9795c67c3" providerId="LiveId" clId="{FDB5C657-7AD3-42D5-A114-514814FC3126}" dt="2026-07-21T06:52:55.862" v="318" actId="113"/>
          <ac:graphicFrameMkLst>
            <pc:docMk/>
            <pc:sldMk cId="1434831056" sldId="262"/>
            <ac:graphicFrameMk id="12" creationId="{5EDF6DB3-ACB6-4580-C03C-98CF91C5522C}"/>
          </ac:graphicFrameMkLst>
        </pc:graphicFrameChg>
        <pc:picChg chg="add mod ord modCrop">
          <ac:chgData name="doga ozcan" userId="428410e9795c67c3" providerId="LiveId" clId="{FDB5C657-7AD3-42D5-A114-514814FC3126}" dt="2026-07-21T06:47:37.399" v="280" actId="1037"/>
          <ac:picMkLst>
            <pc:docMk/>
            <pc:sldMk cId="1434831056" sldId="262"/>
            <ac:picMk id="5" creationId="{521622AD-D35F-2A28-E9BC-EB06F6131142}"/>
          </ac:picMkLst>
        </pc:picChg>
        <pc:picChg chg="add mod modCrop">
          <ac:chgData name="doga ozcan" userId="428410e9795c67c3" providerId="LiveId" clId="{FDB5C657-7AD3-42D5-A114-514814FC3126}" dt="2026-07-21T06:47:47.263" v="303" actId="1037"/>
          <ac:picMkLst>
            <pc:docMk/>
            <pc:sldMk cId="1434831056" sldId="262"/>
            <ac:picMk id="7" creationId="{CC477B90-F82A-10D3-9018-2E431AFB8C41}"/>
          </ac:picMkLst>
        </pc:picChg>
        <pc:picChg chg="add mod modCrop">
          <ac:chgData name="doga ozcan" userId="428410e9795c67c3" providerId="LiveId" clId="{FDB5C657-7AD3-42D5-A114-514814FC3126}" dt="2026-07-21T06:47:51.488" v="304" actId="1076"/>
          <ac:picMkLst>
            <pc:docMk/>
            <pc:sldMk cId="1434831056" sldId="262"/>
            <ac:picMk id="9" creationId="{40282739-3891-50FB-5B5B-01B294E05B6E}"/>
          </ac:picMkLst>
        </pc:picChg>
      </pc:sldChg>
      <pc:sldChg chg="addSp delSp modSp new mod ord">
        <pc:chgData name="doga ozcan" userId="428410e9795c67c3" providerId="LiveId" clId="{FDB5C657-7AD3-42D5-A114-514814FC3126}" dt="2026-07-21T06:48:32.982" v="314"/>
        <pc:sldMkLst>
          <pc:docMk/>
          <pc:sldMk cId="388857715" sldId="263"/>
        </pc:sldMkLst>
        <pc:spChg chg="del">
          <ac:chgData name="doga ozcan" userId="428410e9795c67c3" providerId="LiveId" clId="{FDB5C657-7AD3-42D5-A114-514814FC3126}" dt="2026-07-21T06:48:15.673" v="308"/>
          <ac:spMkLst>
            <pc:docMk/>
            <pc:sldMk cId="388857715" sldId="263"/>
            <ac:spMk id="3" creationId="{615DB57E-C9C7-9843-14D9-6EDEAA2468C1}"/>
          </ac:spMkLst>
        </pc:spChg>
        <pc:picChg chg="add mod ord">
          <ac:chgData name="doga ozcan" userId="428410e9795c67c3" providerId="LiveId" clId="{FDB5C657-7AD3-42D5-A114-514814FC3126}" dt="2026-07-21T06:48:30.435" v="312" actId="1076"/>
          <ac:picMkLst>
            <pc:docMk/>
            <pc:sldMk cId="388857715" sldId="263"/>
            <ac:picMk id="5" creationId="{45C7FE88-47F3-A46D-C239-BB7AB4802CDB}"/>
          </ac:picMkLst>
        </pc:picChg>
      </pc:sldChg>
      <pc:sldChg chg="addSp delSp modSp new mod">
        <pc:chgData name="doga ozcan" userId="428410e9795c67c3" providerId="LiveId" clId="{FDB5C657-7AD3-42D5-A114-514814FC3126}" dt="2026-07-21T07:31:34.044" v="325" actId="1076"/>
        <pc:sldMkLst>
          <pc:docMk/>
          <pc:sldMk cId="2183450539" sldId="264"/>
        </pc:sldMkLst>
        <pc:spChg chg="del">
          <ac:chgData name="doga ozcan" userId="428410e9795c67c3" providerId="LiveId" clId="{FDB5C657-7AD3-42D5-A114-514814FC3126}" dt="2026-07-21T07:31:17.658" v="321"/>
          <ac:spMkLst>
            <pc:docMk/>
            <pc:sldMk cId="2183450539" sldId="264"/>
            <ac:spMk id="3" creationId="{A728BDC1-B2A4-7C0F-651D-2F62F96A2F9A}"/>
          </ac:spMkLst>
        </pc:spChg>
        <pc:picChg chg="add mod ord">
          <ac:chgData name="doga ozcan" userId="428410e9795c67c3" providerId="LiveId" clId="{FDB5C657-7AD3-42D5-A114-514814FC3126}" dt="2026-07-21T07:31:34.044" v="325" actId="1076"/>
          <ac:picMkLst>
            <pc:docMk/>
            <pc:sldMk cId="2183450539" sldId="264"/>
            <ac:picMk id="5" creationId="{B32E4A34-465A-C775-AF64-6403089CFF99}"/>
          </ac:picMkLst>
        </pc:picChg>
      </pc:sldChg>
      <pc:sldChg chg="addSp delSp modSp new mod">
        <pc:chgData name="doga ozcan" userId="428410e9795c67c3" providerId="LiveId" clId="{FDB5C657-7AD3-42D5-A114-514814FC3126}" dt="2026-07-21T07:46:39.376" v="332" actId="1076"/>
        <pc:sldMkLst>
          <pc:docMk/>
          <pc:sldMk cId="3611767338" sldId="265"/>
        </pc:sldMkLst>
        <pc:spChg chg="del">
          <ac:chgData name="doga ozcan" userId="428410e9795c67c3" providerId="LiveId" clId="{FDB5C657-7AD3-42D5-A114-514814FC3126}" dt="2026-07-21T07:46:21.030" v="328"/>
          <ac:spMkLst>
            <pc:docMk/>
            <pc:sldMk cId="3611767338" sldId="265"/>
            <ac:spMk id="3" creationId="{6B35D8E9-77DB-D789-BAE0-B375E416AC5B}"/>
          </ac:spMkLst>
        </pc:spChg>
        <pc:picChg chg="add mod ord">
          <ac:chgData name="doga ozcan" userId="428410e9795c67c3" providerId="LiveId" clId="{FDB5C657-7AD3-42D5-A114-514814FC3126}" dt="2026-07-21T07:46:39.376" v="332" actId="1076"/>
          <ac:picMkLst>
            <pc:docMk/>
            <pc:sldMk cId="3611767338" sldId="265"/>
            <ac:picMk id="5" creationId="{58C3986D-C55E-1606-DA94-EC79D5585F57}"/>
          </ac:picMkLst>
        </pc:picChg>
      </pc:sldChg>
      <pc:sldChg chg="addSp delSp modSp new mod">
        <pc:chgData name="doga ozcan" userId="428410e9795c67c3" providerId="LiveId" clId="{FDB5C657-7AD3-42D5-A114-514814FC3126}" dt="2026-07-21T07:49:34.238" v="342" actId="1076"/>
        <pc:sldMkLst>
          <pc:docMk/>
          <pc:sldMk cId="4268787995" sldId="266"/>
        </pc:sldMkLst>
        <pc:spChg chg="del">
          <ac:chgData name="doga ozcan" userId="428410e9795c67c3" providerId="LiveId" clId="{FDB5C657-7AD3-42D5-A114-514814FC3126}" dt="2026-07-21T07:49:05.819" v="335"/>
          <ac:spMkLst>
            <pc:docMk/>
            <pc:sldMk cId="4268787995" sldId="266"/>
            <ac:spMk id="3" creationId="{152F59D6-C289-2812-507B-92AB8C45EA68}"/>
          </ac:spMkLst>
        </pc:spChg>
        <pc:picChg chg="add mod ord modCrop">
          <ac:chgData name="doga ozcan" userId="428410e9795c67c3" providerId="LiveId" clId="{FDB5C657-7AD3-42D5-A114-514814FC3126}" dt="2026-07-21T07:49:34.238" v="342" actId="1076"/>
          <ac:picMkLst>
            <pc:docMk/>
            <pc:sldMk cId="4268787995" sldId="266"/>
            <ac:picMk id="5" creationId="{5B01ECC8-CCDC-6B50-A911-145E2F2CA2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537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346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65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042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337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42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760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203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869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139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756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A682FC3-34E3-47A2-A736-27E4E76FB698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C3DBFC3-9049-4D03-8D05-10BA09F917B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706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98CB2F-D96A-775A-B45F-646C2E206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536" y="1000363"/>
            <a:ext cx="11194927" cy="2926080"/>
          </a:xfrm>
        </p:spPr>
        <p:txBody>
          <a:bodyPr>
            <a:normAutofit/>
          </a:bodyPr>
          <a:lstStyle/>
          <a:p>
            <a:r>
              <a:rPr lang="tr-TR" sz="8000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60271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7C19BF-2FE3-8A0F-A47D-2B162AD22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0908C4D-3365-86A0-1730-071B3B557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48" y="498987"/>
            <a:ext cx="3885189" cy="586002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531BA95-2249-4E1E-D599-66267E16E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189" y="498987"/>
            <a:ext cx="6607113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9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FC4FF7-FD4B-AAF5-E7D6-1A0DCF29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682E21A-BE15-7639-74E9-271774459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08" y="595441"/>
            <a:ext cx="8403504" cy="56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2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0C81C6-2F1E-CFFC-8F90-F3F2C157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019DEBA-D79B-FBEF-423A-93B324D53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992" y="498987"/>
            <a:ext cx="7372015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7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D2E936-2441-679D-8F04-6CE94D71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CB5ECD0-1B1A-B680-F4A8-82F82FD05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316" y="341671"/>
            <a:ext cx="7115368" cy="61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3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502156-1482-6825-244F-35EAD589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08FD192-5F78-F06B-7466-D9899980F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0" y="855406"/>
            <a:ext cx="6841072" cy="490298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A11CB40-9A1E-22F2-DA87-EC2CB7C32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728" y="2991971"/>
            <a:ext cx="3902044" cy="8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6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9F4763-6E0E-7C20-27AE-1E61A020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5C7FE88-47F3-A46D-C239-BB7AB4802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482" y="374663"/>
            <a:ext cx="7191035" cy="61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7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DC6A1E-A138-0CB0-B81B-7AE2D826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21622AD-D35F-2A28-E9BC-EB06F6131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93"/>
          <a:stretch>
            <a:fillRect/>
          </a:stretch>
        </p:blipFill>
        <p:spPr>
          <a:xfrm>
            <a:off x="420612" y="350276"/>
            <a:ext cx="1526761" cy="615744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C477B90-F82A-10D3-9018-2E431AFB8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61" r="21752"/>
          <a:stretch>
            <a:fillRect/>
          </a:stretch>
        </p:blipFill>
        <p:spPr>
          <a:xfrm>
            <a:off x="1947379" y="355608"/>
            <a:ext cx="4246949" cy="6152116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40282739-3891-50FB-5B5B-01B294E05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09" t="60626" r="4672" b="12846"/>
          <a:stretch>
            <a:fillRect/>
          </a:stretch>
        </p:blipFill>
        <p:spPr>
          <a:xfrm>
            <a:off x="6325607" y="350276"/>
            <a:ext cx="2597210" cy="2457573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CE8339A-EB8A-CFC6-7F3C-7602FFE44971}"/>
              </a:ext>
            </a:extLst>
          </p:cNvPr>
          <p:cNvSpPr txBox="1"/>
          <p:nvPr/>
        </p:nvSpPr>
        <p:spPr>
          <a:xfrm>
            <a:off x="9103805" y="896098"/>
            <a:ext cx="27748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TP: True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Positive</a:t>
            </a:r>
            <a:endParaRPr lang="tr-TR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TN: True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Negative</a:t>
            </a:r>
            <a:endParaRPr lang="tr-TR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FP: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False</a:t>
            </a:r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Positive</a:t>
            </a:r>
            <a:endParaRPr lang="tr-TR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FN: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False</a:t>
            </a:r>
            <a:r>
              <a:rPr lang="tr-TR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2400" b="1" dirty="0" err="1">
                <a:solidFill>
                  <a:schemeClr val="accent1">
                    <a:lumMod val="50000"/>
                  </a:schemeClr>
                </a:solidFill>
              </a:rPr>
              <a:t>Negative</a:t>
            </a:r>
            <a:endParaRPr lang="tr-T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5EDF6DB3-ACB6-4580-C03C-98CF91C55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22921"/>
              </p:ext>
            </p:extLst>
          </p:nvPr>
        </p:nvGraphicFramePr>
        <p:xfrm>
          <a:off x="6325608" y="3139267"/>
          <a:ext cx="5556394" cy="336845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852132">
                  <a:extLst>
                    <a:ext uri="{9D8B030D-6E8A-4147-A177-3AD203B41FA5}">
                      <a16:colId xmlns:a16="http://schemas.microsoft.com/office/drawing/2014/main" val="3878262030"/>
                    </a:ext>
                  </a:extLst>
                </a:gridCol>
                <a:gridCol w="1876583">
                  <a:extLst>
                    <a:ext uri="{9D8B030D-6E8A-4147-A177-3AD203B41FA5}">
                      <a16:colId xmlns:a16="http://schemas.microsoft.com/office/drawing/2014/main" val="3725911396"/>
                    </a:ext>
                  </a:extLst>
                </a:gridCol>
                <a:gridCol w="1827679">
                  <a:extLst>
                    <a:ext uri="{9D8B030D-6E8A-4147-A177-3AD203B41FA5}">
                      <a16:colId xmlns:a16="http://schemas.microsoft.com/office/drawing/2014/main" val="1873867902"/>
                    </a:ext>
                  </a:extLst>
                </a:gridCol>
              </a:tblGrid>
              <a:tr h="621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Accuracy</a:t>
                      </a:r>
                      <a:endParaRPr lang="tr-TR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(TP+TN)/hepsi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genel olarak kaçı doğru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903205"/>
                  </a:ext>
                </a:extLst>
              </a:tr>
              <a:tr h="882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TP/(TP+FP)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hasta denilenlerin kaçı gerçekten hasta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915024"/>
                  </a:ext>
                </a:extLst>
              </a:tr>
              <a:tr h="621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TP/(TP+FN)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kaç hasta yakalandı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561664"/>
                  </a:ext>
                </a:extLst>
              </a:tr>
              <a:tr h="621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precision &amp; recall dengesi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ikisinin harmonik ortalaması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729461"/>
                  </a:ext>
                </a:extLst>
              </a:tr>
              <a:tr h="621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eğri altı alan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sınıfları ayırt etme gücü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01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83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DFB0ED-059B-6443-8D54-429592BB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32E4A34-465A-C775-AF64-6403089CF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924" y="308069"/>
            <a:ext cx="6430152" cy="62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5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DA4EE3-9930-3309-790E-2539DBCC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8C3986D-C55E-1606-DA94-EC79D558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54" y="485883"/>
            <a:ext cx="10536612" cy="58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6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F7EDF4-2641-0CBD-7465-8660A099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B01ECC8-CCDC-6B50-A911-145E2F2CA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" r="12011"/>
          <a:stretch>
            <a:fillRect/>
          </a:stretch>
        </p:blipFill>
        <p:spPr>
          <a:xfrm>
            <a:off x="3165987" y="314740"/>
            <a:ext cx="5860025" cy="622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87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el">
  <a:themeElements>
    <a:clrScheme name="Özel 4">
      <a:dk1>
        <a:srgbClr val="E5D4E5"/>
      </a:dk1>
      <a:lt1>
        <a:srgbClr val="E5D4E5"/>
      </a:lt1>
      <a:dk2>
        <a:srgbClr val="C3DDD2"/>
      </a:dk2>
      <a:lt2>
        <a:srgbClr val="E1EEE8"/>
      </a:lt2>
      <a:accent1>
        <a:srgbClr val="BCE6E3"/>
      </a:accent1>
      <a:accent2>
        <a:srgbClr val="8AD0D5"/>
      </a:accent2>
      <a:accent3>
        <a:srgbClr val="DDF2F1"/>
      </a:accent3>
      <a:accent4>
        <a:srgbClr val="C4E7EA"/>
      </a:accent4>
      <a:accent5>
        <a:srgbClr val="F28E8D"/>
      </a:accent5>
      <a:accent6>
        <a:srgbClr val="F7C09F"/>
      </a:accent6>
      <a:hlink>
        <a:srgbClr val="F8C6C6"/>
      </a:hlink>
      <a:folHlink>
        <a:srgbClr val="FBDFCF"/>
      </a:folHlink>
    </a:clrScheme>
    <a:fontScheme name="Tem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mel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TM03457444[[fn=Temel]]</Template>
  <TotalTime>99</TotalTime>
  <Words>67</Words>
  <Application>Microsoft Office PowerPoint</Application>
  <PresentationFormat>Geniş ekran</PresentationFormat>
  <Paragraphs>20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3" baseType="lpstr">
      <vt:lpstr>Corbel</vt:lpstr>
      <vt:lpstr>Temel</vt:lpstr>
      <vt:lpstr>LOGISTIC REGRESSION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doga ozcan</dc:creator>
  <cp:lastModifiedBy>doga ozcan</cp:lastModifiedBy>
  <cp:revision>1</cp:revision>
  <cp:lastPrinted>2026-07-21T07:52:06Z</cp:lastPrinted>
  <dcterms:created xsi:type="dcterms:W3CDTF">2026-07-21T06:13:20Z</dcterms:created>
  <dcterms:modified xsi:type="dcterms:W3CDTF">2026-07-21T07:52:56Z</dcterms:modified>
</cp:coreProperties>
</file>